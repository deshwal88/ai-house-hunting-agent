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4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1" d="100"/>
          <a:sy n="121" d="100"/>
        </p:scale>
        <p:origin x="346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697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74320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93408" y="274320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68896" y="274320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44384" y="274320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19872" y="274320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274320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749808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93408" y="749808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68896" y="749808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44384" y="749808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749808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749808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225296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93408" y="1225296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68896" y="1225296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44384" y="1225296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1225296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0" y="1225296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700784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93408" y="1700784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68896" y="1700784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44384" y="1700784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9872" y="1700784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0" y="1700784"/>
            <a:ext cx="73152" cy="73152"/>
          </a:xfrm>
          <a:prstGeom prst="ellipse">
            <a:avLst/>
          </a:prstGeom>
          <a:solidFill>
            <a:srgbClr val="00C2A8">
              <a:alpha val="3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188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AI AGENT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457200" y="21488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rental discovery powered by LLM agents,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 &amp; real-time enrichment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3035808"/>
            <a:ext cx="2011680" cy="4114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246120"/>
            <a:ext cx="20574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2461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Agent Nodes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834640" y="3246120"/>
            <a:ext cx="20574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32461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Live APIs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12080" y="3246120"/>
            <a:ext cx="20574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32461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Course Final Project  ·  Kanishk Deshwal, Shreyas Pantangi, Rakshit Shetty  ·  2026</a:t>
            </a:r>
            <a:endParaRPr lang="en-US" sz="1000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Rental 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31920" cy="3383280"/>
          </a:xfrm>
          <a:prstGeom prst="rect">
            <a:avLst/>
          </a:prstGeom>
          <a:solidFill>
            <a:srgbClr val="111827"/>
          </a:solidFill>
          <a:ln w="9525">
            <a:solidFill>
              <a:srgbClr val="1E2D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50292" cy="33832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8308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7647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filters ignore personal priorities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4028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1248" y="2221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 from your feedback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9748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1248" y="26791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data is shallow — no nearby amenity context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5468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1248" y="31363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search starts from zero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61188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41248" y="35935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are static &amp; non-personalized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663440" y="1234440"/>
            <a:ext cx="4023360" cy="3383280"/>
          </a:xfrm>
          <a:prstGeom prst="rect">
            <a:avLst/>
          </a:prstGeom>
          <a:solidFill>
            <a:srgbClr val="111827"/>
          </a:solidFill>
          <a:ln w="9525">
            <a:solidFill>
              <a:srgbClr val="1E2D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663440" y="1234440"/>
            <a:ext cx="50292" cy="33832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4864608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78308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38928" y="17647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understands your lifestyle priorities from natural conversation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240280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38928" y="22219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feedback loop that learns your ranking taste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697480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138928" y="26791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 enrichment — grocery, transit, schools &amp; more</a:t>
            </a:r>
            <a:endParaRPr lang="en-US" sz="12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154680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38928" y="3136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preference profile that evolves each loop</a:t>
            </a:r>
            <a:endParaRPr lang="en-US" sz="12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611880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138928" y="3593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lock in once your preferences are fully understood</a:t>
            </a:r>
            <a:endParaRPr lang="en-US" sz="1200" dirty="0"/>
          </a:p>
        </p:txBody>
      </p:sp>
      <p:sp>
        <p:nvSpPr>
          <p:cNvPr id="30" name="Text 18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search engine — a learning agent that finds YOUR home.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Agentic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intelligent steps · self-improving feedback loop · shared memory across the entire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1920240" cy="1234440"/>
          </a:xfrm>
          <a:prstGeom prst="rect">
            <a:avLst/>
          </a:prstGeom>
          <a:solidFill>
            <a:srgbClr val="111827"/>
          </a:solidFill>
          <a:ln w="9525">
            <a:solidFill>
              <a:srgbClr val="1E2D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6276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62763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2128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priorities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240280" y="2171700"/>
            <a:ext cx="228600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68880" y="1554480"/>
            <a:ext cx="1920240" cy="1234440"/>
          </a:xfrm>
          <a:prstGeom prst="rect">
            <a:avLst/>
          </a:prstGeom>
          <a:solidFill>
            <a:srgbClr val="111827"/>
          </a:solidFill>
          <a:ln w="9525">
            <a:solidFill>
              <a:srgbClr val="1E2D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60320" y="16276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62763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0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560320" y="22128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real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listings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389120" y="2171700"/>
            <a:ext cx="228600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617720" y="1554480"/>
            <a:ext cx="1920240" cy="1234440"/>
          </a:xfrm>
          <a:prstGeom prst="rect">
            <a:avLst/>
          </a:prstGeom>
          <a:solidFill>
            <a:srgbClr val="111827"/>
          </a:solidFill>
          <a:ln w="9525">
            <a:solidFill>
              <a:srgbClr val="1E2D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709160" y="16276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6276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9160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709160" y="22128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nearby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537960" y="2171700"/>
            <a:ext cx="228600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66560" y="1554480"/>
            <a:ext cx="1920240" cy="1234440"/>
          </a:xfrm>
          <a:prstGeom prst="rect">
            <a:avLst/>
          </a:prstGeom>
          <a:solidFill>
            <a:srgbClr val="111827"/>
          </a:solidFill>
          <a:ln w="9525">
            <a:solidFill>
              <a:srgbClr val="1E2D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6858000" y="16276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162763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58000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Score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858000" y="22128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must-haves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beds, size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20040" y="3108960"/>
            <a:ext cx="1920240" cy="1234440"/>
          </a:xfrm>
          <a:prstGeom prst="rect">
            <a:avLst/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411480" y="3182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3080" y="318211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1148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Score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11480" y="37673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lifestyle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&amp; preferences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2240280" y="3726180"/>
            <a:ext cx="228600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2468880" y="3108960"/>
            <a:ext cx="1920240" cy="1234440"/>
          </a:xfrm>
          <a:prstGeom prst="rect">
            <a:avLst/>
          </a:prstGeom>
          <a:solidFill>
            <a:srgbClr val="111827"/>
          </a:solidFill>
          <a:ln w="9525">
            <a:solidFill>
              <a:srgbClr val="1E2D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2560320" y="3182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1920" y="3182112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56032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&amp; Show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2560320" y="37673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results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matches shown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4389120" y="3726180"/>
            <a:ext cx="228600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4617720" y="3108960"/>
            <a:ext cx="1920240" cy="1234440"/>
          </a:xfrm>
          <a:prstGeom prst="rect">
            <a:avLst/>
          </a:prstGeom>
          <a:solidFill>
            <a:srgbClr val="111827"/>
          </a:solidFill>
          <a:ln w="9525">
            <a:solidFill>
              <a:srgbClr val="1E2D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4709160" y="3182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182112"/>
            <a:ext cx="274320" cy="2743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70916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</p:txBody>
      </p:sp>
      <p:sp>
        <p:nvSpPr>
          <p:cNvPr id="44" name="Text 35"/>
          <p:cNvSpPr/>
          <p:nvPr/>
        </p:nvSpPr>
        <p:spPr>
          <a:xfrm>
            <a:off x="4709160" y="37673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reorder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preference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6537960" y="3726180"/>
            <a:ext cx="228600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6766560" y="3108960"/>
            <a:ext cx="1920240" cy="1234440"/>
          </a:xfrm>
          <a:prstGeom prst="rect">
            <a:avLst/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7" name="Text 38"/>
          <p:cNvSpPr/>
          <p:nvPr/>
        </p:nvSpPr>
        <p:spPr>
          <a:xfrm>
            <a:off x="6858000" y="3182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0" y="3182112"/>
            <a:ext cx="274320" cy="27432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685800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Weights</a:t>
            </a:r>
            <a:endParaRPr lang="en-US" sz="1300" dirty="0"/>
          </a:p>
        </p:txBody>
      </p:sp>
      <p:sp>
        <p:nvSpPr>
          <p:cNvPr id="50" name="Text 40"/>
          <p:cNvSpPr/>
          <p:nvPr/>
        </p:nvSpPr>
        <p:spPr>
          <a:xfrm>
            <a:off x="6858000" y="37673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taste model</a:t>
            </a:r>
            <a:endParaRPr lang="en-US" sz="950" dirty="0"/>
          </a:p>
        </p:txBody>
      </p:sp>
      <p:sp>
        <p:nvSpPr>
          <p:cNvPr id="51" name="Shape 41"/>
          <p:cNvSpPr/>
          <p:nvPr/>
        </p:nvSpPr>
        <p:spPr>
          <a:xfrm>
            <a:off x="2926080" y="4389120"/>
            <a:ext cx="3108960" cy="320040"/>
          </a:xfrm>
          <a:prstGeom prst="rect">
            <a:avLst/>
          </a:prstGeom>
          <a:solidFill>
            <a:srgbClr val="1A10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2926080" y="4389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  FEEDBACK LOOP  →  Repeats until the AI truly knows your preferences</a:t>
            </a:r>
            <a:endParaRPr lang="en-US" sz="900" dirty="0"/>
          </a:p>
        </p:txBody>
      </p:sp>
      <p:sp>
        <p:nvSpPr>
          <p:cNvPr id="53" name="Text 4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remembers everything — each step builds on the last, and the system loops back to refine results until it truly knows what you want.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Feedback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learns your taste through simple drag-and-drop reranking — no forms, no checkboxes, no guesswork.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920240" cy="1828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2A8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373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3408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Ranks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matched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displayed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286000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514600" y="1600200"/>
            <a:ext cx="1920240" cy="1828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2A8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7373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14600" y="23408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Reorders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51460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to show your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preferences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434840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4663440" y="1600200"/>
            <a:ext cx="1920240" cy="1828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2A8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7373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63440" y="23408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6344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what your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tells it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583680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812280" y="1600200"/>
            <a:ext cx="1920240" cy="1828800"/>
          </a:xfrm>
          <a:prstGeom prst="rect">
            <a:avLst/>
          </a:prstGeom>
          <a:solidFill>
            <a:srgbClr val="111827"/>
          </a:solidFill>
          <a:ln w="9525">
            <a:solidFill>
              <a:srgbClr val="00C2A8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7373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12280" y="23408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Improve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81228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shift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match your taste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65760" y="3611880"/>
            <a:ext cx="8412480" cy="1280160"/>
          </a:xfrm>
          <a:prstGeom prst="rect">
            <a:avLst/>
          </a:prstGeom>
          <a:solidFill>
            <a:srgbClr val="0D1B3E"/>
          </a:solidFill>
          <a:ln w="127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594360" y="37033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IT STOP? — The loop ends when any of these is true: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31520" y="4005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Your ranking order matches the AI's ranking exactly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31520" y="42793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AI's preference model has stabilized (no meaningful change)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31520" y="45537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Maximum of 3 feedback rounds reached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POWERS 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APIs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APP INFRASTRUCTURE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6210" y="1426464"/>
            <a:ext cx="2601310" cy="1508760"/>
          </a:xfrm>
          <a:prstGeom prst="rect">
            <a:avLst/>
          </a:prstGeom>
          <a:solidFill>
            <a:srgbClr val="111827"/>
          </a:solidFill>
          <a:ln w="9525">
            <a:solidFill>
              <a:srgbClr val="1E2D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38" y="1545335"/>
            <a:ext cx="466272" cy="4340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1232" y="1545336"/>
            <a:ext cx="1644527" cy="34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938" y="1929383"/>
            <a:ext cx="2331363" cy="827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&amp; loop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61886" y="1399032"/>
            <a:ext cx="2705678" cy="1540764"/>
          </a:xfrm>
          <a:prstGeom prst="rect">
            <a:avLst/>
          </a:prstGeom>
          <a:solidFill>
            <a:srgbClr val="111827"/>
          </a:solidFill>
          <a:ln w="9525">
            <a:solidFill>
              <a:srgbClr val="1E2D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930" y="1549908"/>
            <a:ext cx="484980" cy="4849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91156" y="1549908"/>
            <a:ext cx="1681979" cy="34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301930" y="1933955"/>
            <a:ext cx="2424900" cy="844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UI to AI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072562" y="1408176"/>
            <a:ext cx="2760542" cy="1581912"/>
          </a:xfrm>
          <a:prstGeom prst="rect">
            <a:avLst/>
          </a:prstGeom>
          <a:solidFill>
            <a:srgbClr val="111827"/>
          </a:solidFill>
          <a:ln w="9525">
            <a:solidFill>
              <a:srgbClr val="1E2D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463040"/>
            <a:ext cx="494814" cy="5487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62701" y="1534127"/>
            <a:ext cx="1888107" cy="357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267593" y="1915226"/>
            <a:ext cx="2474071" cy="86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app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&amp; results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57200" y="2971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65760" y="3218688"/>
            <a:ext cx="2651760" cy="1691640"/>
          </a:xfrm>
          <a:prstGeom prst="rect">
            <a:avLst/>
          </a:prstGeom>
          <a:solidFill>
            <a:srgbClr val="111827"/>
          </a:solidFill>
          <a:ln w="9525">
            <a:solidFill>
              <a:srgbClr val="1E2D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65760" y="3218688"/>
            <a:ext cx="50292" cy="16916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33756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440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RentCast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914400" y="3657600"/>
            <a:ext cx="868680" cy="201168"/>
          </a:xfrm>
          <a:prstGeom prst="rect">
            <a:avLst/>
          </a:prstGeom>
          <a:solidFill>
            <a:srgbClr val="001A15"/>
          </a:solidFill>
          <a:ln w="6350">
            <a:solidFill>
              <a:srgbClr val="00C2A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914400" y="365760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502920" y="39319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rental listings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city, beds, price range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246120" y="3218688"/>
            <a:ext cx="2651760" cy="1691640"/>
          </a:xfrm>
          <a:prstGeom prst="rect">
            <a:avLst/>
          </a:prstGeom>
          <a:solidFill>
            <a:srgbClr val="111827"/>
          </a:solidFill>
          <a:ln w="9525">
            <a:solidFill>
              <a:srgbClr val="1E2D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246120" y="3218688"/>
            <a:ext cx="50292" cy="16916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33756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79476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Places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3794760" y="3657600"/>
            <a:ext cx="868680" cy="201168"/>
          </a:xfrm>
          <a:prstGeom prst="rect">
            <a:avLst/>
          </a:prstGeom>
          <a:solidFill>
            <a:srgbClr val="001A15"/>
          </a:solidFill>
          <a:ln w="6350">
            <a:solidFill>
              <a:srgbClr val="00C2A8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3794760" y="365760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free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3383280" y="39319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grocery,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&amp; gym distances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126480" y="3218688"/>
            <a:ext cx="2651760" cy="1691640"/>
          </a:xfrm>
          <a:prstGeom prst="rect">
            <a:avLst/>
          </a:prstGeom>
          <a:solidFill>
            <a:srgbClr val="111827"/>
          </a:solidFill>
          <a:ln w="9525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126480" y="3218688"/>
            <a:ext cx="50292" cy="16916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337560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67512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675120" y="3657600"/>
            <a:ext cx="868680" cy="201168"/>
          </a:xfrm>
          <a:prstGeom prst="rect">
            <a:avLst/>
          </a:prstGeom>
          <a:solidFill>
            <a:srgbClr val="2A1A0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675120" y="365760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credits</a:t>
            </a:r>
            <a:endParaRPr lang="en-US" sz="800" dirty="0"/>
          </a:p>
        </p:txBody>
      </p:sp>
      <p:sp>
        <p:nvSpPr>
          <p:cNvPr id="42" name="Text 33"/>
          <p:cNvSpPr/>
          <p:nvPr/>
        </p:nvSpPr>
        <p:spPr>
          <a:xfrm>
            <a:off x="6263640" y="39319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AI that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&amp; refines your profile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64008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DEMO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AI Agent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3493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agent learn your preferences in real time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371600" y="3977640"/>
            <a:ext cx="2148840" cy="347472"/>
          </a:xfrm>
          <a:prstGeom prst="rect">
            <a:avLst/>
          </a:prstGeom>
          <a:solidFill>
            <a:srgbClr val="0D1B3E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39776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FastAPI · Streamlit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794760" y="3977640"/>
            <a:ext cx="2148840" cy="347472"/>
          </a:xfrm>
          <a:prstGeom prst="rect">
            <a:avLst/>
          </a:prstGeom>
          <a:solidFill>
            <a:srgbClr val="0D1B3E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94760" y="39776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RentCast · ArcGIS · Gemini API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17920" y="3977640"/>
            <a:ext cx="2148840" cy="347472"/>
          </a:xfrm>
          <a:prstGeom prst="rect">
            <a:avLst/>
          </a:prstGeom>
          <a:solidFill>
            <a:srgbClr val="0D1B3E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39776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· Convergent · Personal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Kanishk Deshwal, Shreyas Pantangi, Rakshit Shetty  ·  AI / LLM Course Final Project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482</Words>
  <Application>Microsoft Office PowerPoint</Application>
  <PresentationFormat>On-screen Show (16:9)</PresentationFormat>
  <Paragraphs>119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Rental AI Agent — Investor Pitch</dc:title>
  <dc:subject>PptxGenJS Presentation</dc:subject>
  <dc:creator>Rakshit Shetty</dc:creator>
  <cp:lastModifiedBy>Rakshit Shetty</cp:lastModifiedBy>
  <cp:revision>2</cp:revision>
  <dcterms:created xsi:type="dcterms:W3CDTF">2026-05-04T13:32:28Z</dcterms:created>
  <dcterms:modified xsi:type="dcterms:W3CDTF">2026-05-04T20:08:46Z</dcterms:modified>
</cp:coreProperties>
</file>